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8"/>
  </p:notesMasterIdLst>
  <p:handoutMasterIdLst>
    <p:handoutMasterId r:id="rId9"/>
  </p:handoutMasterIdLst>
  <p:sldIdLst>
    <p:sldId id="271" r:id="rId2"/>
    <p:sldId id="273" r:id="rId3"/>
    <p:sldId id="272" r:id="rId4"/>
    <p:sldId id="274" r:id="rId5"/>
    <p:sldId id="275" r:id="rId6"/>
    <p:sldId id="276" r:id="rId7"/>
  </p:sldIdLst>
  <p:sldSz cx="9144000" cy="6858000" type="screen4x3"/>
  <p:notesSz cx="6858000" cy="9144000"/>
  <p:custDataLst>
    <p:tags r:id="rId1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4" userDrawn="1">
          <p15:clr>
            <a:srgbClr val="A4A3A4"/>
          </p15:clr>
        </p15:guide>
        <p15:guide id="3" orient="horz" pos="4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06"/>
    <p:restoredTop sz="94694"/>
  </p:normalViewPr>
  <p:slideViewPr>
    <p:cSldViewPr snapToGrid="0">
      <p:cViewPr varScale="1">
        <p:scale>
          <a:sx n="115" d="100"/>
          <a:sy n="115" d="100"/>
        </p:scale>
        <p:origin x="208" y="232"/>
      </p:cViewPr>
      <p:guideLst>
        <p:guide pos="24"/>
        <p:guide orient="horz" pos="4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641E0-C0FB-FB45-BE20-B5E285E46BDA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0E8FAF-0EB9-4F3C-9D18-30F5214B3A3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36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Integrals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9575" y="2192572"/>
            <a:ext cx="8465346" cy="90060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Integrals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816" y="5547869"/>
            <a:ext cx="6400800" cy="527762"/>
          </a:xfrm>
        </p:spPr>
        <p:txBody>
          <a:bodyPr/>
          <a:lstStyle/>
          <a:p>
            <a:pPr eaLnBrk="1" hangingPunct="1"/>
            <a:r>
              <a:rPr lang="en-US" dirty="0"/>
              <a:t>Eric Prebys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0848-AB4B-424E-CB59-6185D0F7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3AD28-763B-6C13-4C37-FD5E405A9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an integral to a discrete sums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318EA-ED21-F497-DCAD-7475B0B3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A93BF-AE68-5414-4DFA-F49E13C5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5A04-93EA-21C3-CB84-978ACA220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13F72-902D-9C26-4BB1-9AD42ECB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43" y="1851478"/>
            <a:ext cx="3644900" cy="3721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205BE4-F86F-A044-731D-42948578C3FA}"/>
              </a:ext>
            </a:extLst>
          </p:cNvPr>
          <p:cNvSpPr txBox="1"/>
          <p:nvPr/>
        </p:nvSpPr>
        <p:spPr>
          <a:xfrm>
            <a:off x="4909457" y="1839686"/>
            <a:ext cx="3000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Start with n discrete points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F1D93D-DB30-447B-3763-9A9E94657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690" y="2928181"/>
            <a:ext cx="1485900" cy="27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FEE798-F105-87D3-F793-24F1E6F1A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537" y="2779132"/>
            <a:ext cx="1308100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D4B62A-964C-93CC-51BE-8AE5D6D441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1226" y="4441115"/>
            <a:ext cx="3200400" cy="889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5495C3-1129-E234-2E79-C02473312457}"/>
              </a:ext>
            </a:extLst>
          </p:cNvPr>
          <p:cNvSpPr txBox="1"/>
          <p:nvPr/>
        </p:nvSpPr>
        <p:spPr>
          <a:xfrm>
            <a:off x="4917266" y="3669728"/>
            <a:ext cx="3000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Approximate as a sum</a:t>
            </a:r>
          </a:p>
        </p:txBody>
      </p:sp>
    </p:spTree>
    <p:extLst>
      <p:ext uri="{BB962C8B-B14F-4D97-AF65-F5344CB8AC3E}">
        <p14:creationId xmlns:p14="http://schemas.microsoft.com/office/powerpoint/2010/main" val="857852169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F678-2A3C-9847-72BD-251FF60B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Left-side Rule Integrals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FF70-A1E9-5C97-E87D-D4C55560E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simplest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1C047-FCBC-189A-D179-D4EDDBE7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06C7A-6B2A-B414-1BF0-FBA1F0D5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5C6D6-3FFA-560D-1438-60D52B16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194B11-7E8C-725D-98FD-0623D3D05B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441713" y="1771650"/>
            <a:ext cx="3416300" cy="3314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D54C63-A23F-E522-5ED8-BFF3833F6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468" y="2879338"/>
            <a:ext cx="3530600" cy="1790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3AE6C3-5350-757E-907F-B229B4868CF7}"/>
              </a:ext>
            </a:extLst>
          </p:cNvPr>
          <p:cNvSpPr txBox="1"/>
          <p:nvPr/>
        </p:nvSpPr>
        <p:spPr>
          <a:xfrm>
            <a:off x="6978433" y="1860123"/>
            <a:ext cx="1862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rgbClr val="FF0000"/>
                </a:solidFill>
                <a:latin typeface="+mn-lt"/>
              </a:rPr>
              <a:t>Skip last point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FEE254-AC02-0535-2F4C-11D5F21401DE}"/>
              </a:ext>
            </a:extLst>
          </p:cNvPr>
          <p:cNvCxnSpPr>
            <a:cxnSpLocks/>
          </p:cNvCxnSpPr>
          <p:nvPr/>
        </p:nvCxnSpPr>
        <p:spPr>
          <a:xfrm flipH="1">
            <a:off x="6978433" y="2341756"/>
            <a:ext cx="1440738" cy="14329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383190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A5E6-50E8-A4A9-1407-F85D9F7B8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on Left-side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7B2AD-2E7C-5EAE-7F80-9FB7D3149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Taylor expand about the starting point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B4CC0-C144-ABF2-3053-C5516CFB6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7FE3C-A305-C9AC-8D68-328FD9527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7CDA5-A07E-1B30-68BA-39AE48BD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CAE58D-8B62-BB7B-5E54-BB887D99A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013" y="1961221"/>
            <a:ext cx="4945132" cy="2437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E94A64-B6A3-568C-1D0E-1053ADC1E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118327" y="1961221"/>
            <a:ext cx="3416300" cy="3314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615C16-B497-A5D2-FED3-EFEAB96AB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522" y="4253388"/>
            <a:ext cx="1987151" cy="40099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32B8AF-092B-EB9F-CC0B-CA1ADE296E21}"/>
              </a:ext>
            </a:extLst>
          </p:cNvPr>
          <p:cNvCxnSpPr>
            <a:cxnSpLocks/>
          </p:cNvCxnSpPr>
          <p:nvPr/>
        </p:nvCxnSpPr>
        <p:spPr>
          <a:xfrm flipH="1" flipV="1">
            <a:off x="7315200" y="3311912"/>
            <a:ext cx="523240" cy="836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CAF83-FE66-49A6-1390-62187B1575C3}"/>
              </a:ext>
            </a:extLst>
          </p:cNvPr>
          <p:cNvSpPr/>
          <p:nvPr/>
        </p:nvSpPr>
        <p:spPr>
          <a:xfrm>
            <a:off x="5152174" y="3958590"/>
            <a:ext cx="1427045" cy="484976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39417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CD493-D9CA-92A9-EEB0-F27C34C2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Midpoint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98D37-F682-4989-BFEB-04B65C042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obviously do better if we use the midpoint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18F8-CAD5-C278-5D68-F6E08299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FF86D-786A-5298-3E00-69FDC898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EC0A4-E055-2811-B72F-1A798B17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118ACE-8594-94BA-F498-40290588DC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53"/>
          <a:stretch>
            <a:fillRect/>
          </a:stretch>
        </p:blipFill>
        <p:spPr>
          <a:xfrm>
            <a:off x="219152" y="1771650"/>
            <a:ext cx="3371695" cy="3314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22D660-22A3-A4D5-DF40-269A193D4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408" y="2112181"/>
            <a:ext cx="43815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81706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EA6C1-804F-BA32-8071-A3A1C687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6FAE6-FC13-5E51-2D7B-1C52F9EA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F44F5-7C4F-7C7B-56C7-51B7FD93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547AD-0720-9008-40D1-CC5205FC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6A4DD-5719-CB9C-EDB0-562350DD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74731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8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41231</TotalTime>
  <Words>90</Words>
  <Application>Microsoft Macintosh PowerPoint</Application>
  <PresentationFormat>On-screen Show (4:3)</PresentationFormat>
  <Paragraphs>30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Clarity</vt:lpstr>
      <vt:lpstr>Integrals</vt:lpstr>
      <vt:lpstr>General Problem</vt:lpstr>
      <vt:lpstr>Left-side Rule Integrals</vt:lpstr>
      <vt:lpstr>Error on Left-side Rule</vt:lpstr>
      <vt:lpstr>Midpoint Rule</vt:lpstr>
      <vt:lpstr>Tra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J Prebys</cp:lastModifiedBy>
  <cp:revision>769</cp:revision>
  <cp:lastPrinted>2025-01-10T20:21:22Z</cp:lastPrinted>
  <dcterms:created xsi:type="dcterms:W3CDTF">2003-06-24T14:15:57Z</dcterms:created>
  <dcterms:modified xsi:type="dcterms:W3CDTF">2025-11-03T22:29:34Z</dcterms:modified>
</cp:coreProperties>
</file>