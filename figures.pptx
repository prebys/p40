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FFA20-EFDA-7647-A96D-89401C76C819}" v="25" dt="2025-12-10T02:53:47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2"/>
    <p:restoredTop sz="94694"/>
  </p:normalViewPr>
  <p:slideViewPr>
    <p:cSldViewPr snapToGrid="0" showGuides="1">
      <p:cViewPr varScale="1">
        <p:scale>
          <a:sx n="108" d="100"/>
          <a:sy n="108" d="100"/>
        </p:scale>
        <p:origin x="208" y="376"/>
      </p:cViewPr>
      <p:guideLst>
        <p:guide orient="horz" pos="19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J Prebys" userId="2423660181_tp_box_2" providerId="OAuth2" clId="{7A5D5A21-A55B-52FD-95D2-896217ECBE7C}"/>
    <pc:docChg chg="addSld modSld">
      <pc:chgData name="Eric J Prebys" userId="2423660181_tp_box_2" providerId="OAuth2" clId="{7A5D5A21-A55B-52FD-95D2-896217ECBE7C}" dt="2025-12-10T02:53:56.332" v="240" actId="122"/>
      <pc:docMkLst>
        <pc:docMk/>
      </pc:docMkLst>
      <pc:sldChg chg="addSp">
        <pc:chgData name="Eric J Prebys" userId="2423660181_tp_box_2" providerId="OAuth2" clId="{7A5D5A21-A55B-52FD-95D2-896217ECBE7C}" dt="2025-12-09T17:02:46.023" v="0"/>
        <pc:sldMkLst>
          <pc:docMk/>
          <pc:sldMk cId="624833620" sldId="259"/>
        </pc:sldMkLst>
        <pc:picChg chg="add">
          <ac:chgData name="Eric J Prebys" userId="2423660181_tp_box_2" providerId="OAuth2" clId="{7A5D5A21-A55B-52FD-95D2-896217ECBE7C}" dt="2025-12-09T17:02:46.023" v="0"/>
          <ac:picMkLst>
            <pc:docMk/>
            <pc:sldMk cId="624833620" sldId="259"/>
            <ac:picMk id="1026" creationId="{BA143058-9F10-D54A-D4A9-55C2DA0218D7}"/>
          </ac:picMkLst>
        </pc:picChg>
      </pc:sldChg>
      <pc:sldChg chg="addSp modSp new mod">
        <pc:chgData name="Eric J Prebys" userId="2423660181_tp_box_2" providerId="OAuth2" clId="{7A5D5A21-A55B-52FD-95D2-896217ECBE7C}" dt="2025-12-09T17:04:20.811" v="33" actId="1076"/>
        <pc:sldMkLst>
          <pc:docMk/>
          <pc:sldMk cId="3515406902" sldId="260"/>
        </pc:sldMkLst>
        <pc:spChg chg="add mod">
          <ac:chgData name="Eric J Prebys" userId="2423660181_tp_box_2" providerId="OAuth2" clId="{7A5D5A21-A55B-52FD-95D2-896217ECBE7C}" dt="2025-12-09T17:03:22.177" v="5" actId="2085"/>
          <ac:spMkLst>
            <pc:docMk/>
            <pc:sldMk cId="3515406902" sldId="260"/>
            <ac:spMk id="2" creationId="{CC517490-A9A2-AE11-66F2-9FE87CED705D}"/>
          </ac:spMkLst>
        </pc:spChg>
        <pc:spChg chg="add mod">
          <ac:chgData name="Eric J Prebys" userId="2423660181_tp_box_2" providerId="OAuth2" clId="{7A5D5A21-A55B-52FD-95D2-896217ECBE7C}" dt="2025-12-09T17:03:58.952" v="31" actId="1036"/>
          <ac:spMkLst>
            <pc:docMk/>
            <pc:sldMk cId="3515406902" sldId="260"/>
            <ac:spMk id="3" creationId="{3B816EC1-C379-5433-7713-D1023F2832B9}"/>
          </ac:spMkLst>
        </pc:spChg>
        <pc:spChg chg="add mod">
          <ac:chgData name="Eric J Prebys" userId="2423660181_tp_box_2" providerId="OAuth2" clId="{7A5D5A21-A55B-52FD-95D2-896217ECBE7C}" dt="2025-12-09T17:04:20.811" v="33" actId="1076"/>
          <ac:spMkLst>
            <pc:docMk/>
            <pc:sldMk cId="3515406902" sldId="260"/>
            <ac:spMk id="5" creationId="{FD33E353-1FFE-C4B8-38FE-AACDCFA01C42}"/>
          </ac:spMkLst>
        </pc:spChg>
        <pc:picChg chg="add">
          <ac:chgData name="Eric J Prebys" userId="2423660181_tp_box_2" providerId="OAuth2" clId="{7A5D5A21-A55B-52FD-95D2-896217ECBE7C}" dt="2025-12-09T17:02:52.806" v="2"/>
          <ac:picMkLst>
            <pc:docMk/>
            <pc:sldMk cId="3515406902" sldId="260"/>
            <ac:picMk id="2050" creationId="{95FC2B58-19DF-8920-381F-7AD79F7C2EDF}"/>
          </ac:picMkLst>
        </pc:picChg>
        <pc:cxnChg chg="add mod">
          <ac:chgData name="Eric J Prebys" userId="2423660181_tp_box_2" providerId="OAuth2" clId="{7A5D5A21-A55B-52FD-95D2-896217ECBE7C}" dt="2025-12-09T17:03:58.952" v="31" actId="1036"/>
          <ac:cxnSpMkLst>
            <pc:docMk/>
            <pc:sldMk cId="3515406902" sldId="260"/>
            <ac:cxnSpMk id="4" creationId="{E2326FCF-01DE-111A-3097-427F6EE7F62C}"/>
          </ac:cxnSpMkLst>
        </pc:cxnChg>
        <pc:cxnChg chg="add mod">
          <ac:chgData name="Eric J Prebys" userId="2423660181_tp_box_2" providerId="OAuth2" clId="{7A5D5A21-A55B-52FD-95D2-896217ECBE7C}" dt="2025-12-09T17:04:20.811" v="33" actId="1076"/>
          <ac:cxnSpMkLst>
            <pc:docMk/>
            <pc:sldMk cId="3515406902" sldId="260"/>
            <ac:cxnSpMk id="6" creationId="{E2121071-1594-E4D1-EB4C-977D86EE5F7D}"/>
          </ac:cxnSpMkLst>
        </pc:cxnChg>
      </pc:sldChg>
      <pc:sldChg chg="addSp modSp new mod">
        <pc:chgData name="Eric J Prebys" userId="2423660181_tp_box_2" providerId="OAuth2" clId="{7A5D5A21-A55B-52FD-95D2-896217ECBE7C}" dt="2025-12-09T18:24:21.878" v="143" actId="1038"/>
        <pc:sldMkLst>
          <pc:docMk/>
          <pc:sldMk cId="3821110666" sldId="261"/>
        </pc:sldMkLst>
        <pc:spChg chg="add mod">
          <ac:chgData name="Eric J Prebys" userId="2423660181_tp_box_2" providerId="OAuth2" clId="{7A5D5A21-A55B-52FD-95D2-896217ECBE7C}" dt="2025-12-09T18:23:27.375" v="55" actId="1038"/>
          <ac:spMkLst>
            <pc:docMk/>
            <pc:sldMk cId="3821110666" sldId="261"/>
            <ac:spMk id="8" creationId="{11DFEEB0-24FD-3688-4341-9CE2F37E5CC6}"/>
          </ac:spMkLst>
        </pc:spChg>
        <pc:spChg chg="add mod">
          <ac:chgData name="Eric J Prebys" userId="2423660181_tp_box_2" providerId="OAuth2" clId="{7A5D5A21-A55B-52FD-95D2-896217ECBE7C}" dt="2025-12-09T18:23:14.078" v="52" actId="1035"/>
          <ac:spMkLst>
            <pc:docMk/>
            <pc:sldMk cId="3821110666" sldId="261"/>
            <ac:spMk id="9" creationId="{E7EFEB3E-7B5B-EDBD-3960-433D60D49B44}"/>
          </ac:spMkLst>
        </pc:spChg>
        <pc:spChg chg="add mod">
          <ac:chgData name="Eric J Prebys" userId="2423660181_tp_box_2" providerId="OAuth2" clId="{7A5D5A21-A55B-52FD-95D2-896217ECBE7C}" dt="2025-12-09T18:23:58.569" v="83" actId="1036"/>
          <ac:spMkLst>
            <pc:docMk/>
            <pc:sldMk cId="3821110666" sldId="261"/>
            <ac:spMk id="10" creationId="{720657E4-9431-C383-C65A-83F5459F80C1}"/>
          </ac:spMkLst>
        </pc:spChg>
        <pc:spChg chg="add mod">
          <ac:chgData name="Eric J Prebys" userId="2423660181_tp_box_2" providerId="OAuth2" clId="{7A5D5A21-A55B-52FD-95D2-896217ECBE7C}" dt="2025-12-09T18:24:21.878" v="143" actId="1038"/>
          <ac:spMkLst>
            <pc:docMk/>
            <pc:sldMk cId="3821110666" sldId="261"/>
            <ac:spMk id="11" creationId="{F208031F-4D91-FEA6-66EE-429E97716455}"/>
          </ac:spMkLst>
        </pc:spChg>
        <pc:picChg chg="add mod">
          <ac:chgData name="Eric J Prebys" userId="2423660181_tp_box_2" providerId="OAuth2" clId="{7A5D5A21-A55B-52FD-95D2-896217ECBE7C}" dt="2025-12-09T18:23:04.203" v="47" actId="1038"/>
          <ac:picMkLst>
            <pc:docMk/>
            <pc:sldMk cId="3821110666" sldId="261"/>
            <ac:picMk id="2" creationId="{1BD95CA1-38F0-480B-7AFA-34F6B2CEE943}"/>
          </ac:picMkLst>
        </pc:picChg>
        <pc:cxnChg chg="add">
          <ac:chgData name="Eric J Prebys" userId="2423660181_tp_box_2" providerId="OAuth2" clId="{7A5D5A21-A55B-52FD-95D2-896217ECBE7C}" dt="2025-12-09T18:21:30.750" v="36" actId="11529"/>
          <ac:cxnSpMkLst>
            <pc:docMk/>
            <pc:sldMk cId="3821110666" sldId="261"/>
            <ac:cxnSpMk id="4" creationId="{45B6ACFD-857F-B096-7C47-AE54C7234974}"/>
          </ac:cxnSpMkLst>
        </pc:cxnChg>
        <pc:cxnChg chg="add mod">
          <ac:chgData name="Eric J Prebys" userId="2423660181_tp_box_2" providerId="OAuth2" clId="{7A5D5A21-A55B-52FD-95D2-896217ECBE7C}" dt="2025-12-09T18:22:05.008" v="43" actId="14100"/>
          <ac:cxnSpMkLst>
            <pc:docMk/>
            <pc:sldMk cId="3821110666" sldId="261"/>
            <ac:cxnSpMk id="5" creationId="{6C36B8EB-F0B8-B701-3188-2BE3840E54A9}"/>
          </ac:cxnSpMkLst>
        </pc:cxnChg>
      </pc:sldChg>
      <pc:sldChg chg="addSp modSp new mod">
        <pc:chgData name="Eric J Prebys" userId="2423660181_tp_box_2" providerId="OAuth2" clId="{7A5D5A21-A55B-52FD-95D2-896217ECBE7C}" dt="2025-12-10T02:35:11.718" v="206" actId="1037"/>
        <pc:sldMkLst>
          <pc:docMk/>
          <pc:sldMk cId="2553827496" sldId="262"/>
        </pc:sldMkLst>
        <pc:spChg chg="add mod">
          <ac:chgData name="Eric J Prebys" userId="2423660181_tp_box_2" providerId="OAuth2" clId="{7A5D5A21-A55B-52FD-95D2-896217ECBE7C}" dt="2025-12-10T02:34:17.790" v="181" actId="1076"/>
          <ac:spMkLst>
            <pc:docMk/>
            <pc:sldMk cId="2553827496" sldId="262"/>
            <ac:spMk id="6" creationId="{B70FB4A0-8D50-5EAE-5999-563D72005D79}"/>
          </ac:spMkLst>
        </pc:spChg>
        <pc:spChg chg="add mod">
          <ac:chgData name="Eric J Prebys" userId="2423660181_tp_box_2" providerId="OAuth2" clId="{7A5D5A21-A55B-52FD-95D2-896217ECBE7C}" dt="2025-12-10T02:35:11.718" v="206" actId="1037"/>
          <ac:spMkLst>
            <pc:docMk/>
            <pc:sldMk cId="2553827496" sldId="262"/>
            <ac:spMk id="7" creationId="{B26C428F-9729-61D6-0224-300F24EC05C3}"/>
          </ac:spMkLst>
        </pc:spChg>
        <pc:spChg chg="add mod">
          <ac:chgData name="Eric J Prebys" userId="2423660181_tp_box_2" providerId="OAuth2" clId="{7A5D5A21-A55B-52FD-95D2-896217ECBE7C}" dt="2025-12-10T02:34:41.186" v="190" actId="20577"/>
          <ac:spMkLst>
            <pc:docMk/>
            <pc:sldMk cId="2553827496" sldId="262"/>
            <ac:spMk id="8" creationId="{02BD9383-D4C1-7F24-E28C-3704BEEF5694}"/>
          </ac:spMkLst>
        </pc:spChg>
        <pc:spChg chg="add mod">
          <ac:chgData name="Eric J Prebys" userId="2423660181_tp_box_2" providerId="OAuth2" clId="{7A5D5A21-A55B-52FD-95D2-896217ECBE7C}" dt="2025-12-10T02:35:11.718" v="206" actId="1037"/>
          <ac:spMkLst>
            <pc:docMk/>
            <pc:sldMk cId="2553827496" sldId="262"/>
            <ac:spMk id="9" creationId="{D5AD943F-92C3-0554-A983-106AE925A150}"/>
          </ac:spMkLst>
        </pc:spChg>
        <pc:picChg chg="add mod">
          <ac:chgData name="Eric J Prebys" userId="2423660181_tp_box_2" providerId="OAuth2" clId="{7A5D5A21-A55B-52FD-95D2-896217ECBE7C}" dt="2025-12-10T02:35:11.718" v="206" actId="1037"/>
          <ac:picMkLst>
            <pc:docMk/>
            <pc:sldMk cId="2553827496" sldId="262"/>
            <ac:picMk id="2" creationId="{6837833B-1CB5-8FFA-F9D7-606BC87C3E3F}"/>
          </ac:picMkLst>
        </pc:picChg>
        <pc:picChg chg="add mod">
          <ac:chgData name="Eric J Prebys" userId="2423660181_tp_box_2" providerId="OAuth2" clId="{7A5D5A21-A55B-52FD-95D2-896217ECBE7C}" dt="2025-12-10T02:34:01.713" v="174" actId="14100"/>
          <ac:picMkLst>
            <pc:docMk/>
            <pc:sldMk cId="2553827496" sldId="262"/>
            <ac:picMk id="3" creationId="{71A4A0DB-D463-B58F-08E6-95A5A34DD107}"/>
          </ac:picMkLst>
        </pc:picChg>
        <pc:picChg chg="add mod">
          <ac:chgData name="Eric J Prebys" userId="2423660181_tp_box_2" providerId="OAuth2" clId="{7A5D5A21-A55B-52FD-95D2-896217ECBE7C}" dt="2025-12-10T02:35:11.718" v="206" actId="1037"/>
          <ac:picMkLst>
            <pc:docMk/>
            <pc:sldMk cId="2553827496" sldId="262"/>
            <ac:picMk id="4" creationId="{941A2422-640C-ECE9-ECF7-BAC72F27E8A2}"/>
          </ac:picMkLst>
        </pc:picChg>
        <pc:picChg chg="add mod">
          <ac:chgData name="Eric J Prebys" userId="2423660181_tp_box_2" providerId="OAuth2" clId="{7A5D5A21-A55B-52FD-95D2-896217ECBE7C}" dt="2025-12-10T02:33:36.501" v="164" actId="14100"/>
          <ac:picMkLst>
            <pc:docMk/>
            <pc:sldMk cId="2553827496" sldId="262"/>
            <ac:picMk id="5" creationId="{B565C85E-D87D-43F7-AF03-990F6E9EEE17}"/>
          </ac:picMkLst>
        </pc:picChg>
      </pc:sldChg>
      <pc:sldChg chg="addSp modSp new mod">
        <pc:chgData name="Eric J Prebys" userId="2423660181_tp_box_2" providerId="OAuth2" clId="{7A5D5A21-A55B-52FD-95D2-896217ECBE7C}" dt="2025-12-10T02:53:56.332" v="240" actId="122"/>
        <pc:sldMkLst>
          <pc:docMk/>
          <pc:sldMk cId="3981276412" sldId="263"/>
        </pc:sldMkLst>
        <pc:spChg chg="add mod">
          <ac:chgData name="Eric J Prebys" userId="2423660181_tp_box_2" providerId="OAuth2" clId="{7A5D5A21-A55B-52FD-95D2-896217ECBE7C}" dt="2025-12-10T02:51:37.902" v="212" actId="20577"/>
          <ac:spMkLst>
            <pc:docMk/>
            <pc:sldMk cId="3981276412" sldId="263"/>
            <ac:spMk id="3" creationId="{D53A838E-0F2A-BA34-DEB6-86E9187234E2}"/>
          </ac:spMkLst>
        </pc:spChg>
        <pc:spChg chg="add mod">
          <ac:chgData name="Eric J Prebys" userId="2423660181_tp_box_2" providerId="OAuth2" clId="{7A5D5A21-A55B-52FD-95D2-896217ECBE7C}" dt="2025-12-10T02:52:01.260" v="217" actId="20577"/>
          <ac:spMkLst>
            <pc:docMk/>
            <pc:sldMk cId="3981276412" sldId="263"/>
            <ac:spMk id="7" creationId="{BCEB7FD4-DBE4-7C15-D198-3C839AB50733}"/>
          </ac:spMkLst>
        </pc:spChg>
        <pc:spChg chg="add mod">
          <ac:chgData name="Eric J Prebys" userId="2423660181_tp_box_2" providerId="OAuth2" clId="{7A5D5A21-A55B-52FD-95D2-896217ECBE7C}" dt="2025-12-10T02:53:56.332" v="240" actId="122"/>
          <ac:spMkLst>
            <pc:docMk/>
            <pc:sldMk cId="3981276412" sldId="263"/>
            <ac:spMk id="12" creationId="{52B770BC-DEE6-0FD7-D828-434A66CE9923}"/>
          </ac:spMkLst>
        </pc:spChg>
        <pc:picChg chg="add">
          <ac:chgData name="Eric J Prebys" userId="2423660181_tp_box_2" providerId="OAuth2" clId="{7A5D5A21-A55B-52FD-95D2-896217ECBE7C}" dt="2025-12-10T02:51:12.855" v="208"/>
          <ac:picMkLst>
            <pc:docMk/>
            <pc:sldMk cId="3981276412" sldId="263"/>
            <ac:picMk id="2" creationId="{BF587280-479B-46AD-50E5-0110ED967644}"/>
          </ac:picMkLst>
        </pc:picChg>
        <pc:picChg chg="add mod">
          <ac:chgData name="Eric J Prebys" userId="2423660181_tp_box_2" providerId="OAuth2" clId="{7A5D5A21-A55B-52FD-95D2-896217ECBE7C}" dt="2025-12-10T02:51:50.913" v="214"/>
          <ac:picMkLst>
            <pc:docMk/>
            <pc:sldMk cId="3981276412" sldId="263"/>
            <ac:picMk id="6" creationId="{E35B3BD7-62D5-5D84-D120-217C23DDEB2A}"/>
          </ac:picMkLst>
        </pc:picChg>
        <pc:cxnChg chg="add">
          <ac:chgData name="Eric J Prebys" userId="2423660181_tp_box_2" providerId="OAuth2" clId="{7A5D5A21-A55B-52FD-95D2-896217ECBE7C}" dt="2025-12-10T02:51:46.478" v="213" actId="11529"/>
          <ac:cxnSpMkLst>
            <pc:docMk/>
            <pc:sldMk cId="3981276412" sldId="263"/>
            <ac:cxnSpMk id="5" creationId="{15AE9AB0-9836-19AE-5A23-50BFD133075E}"/>
          </ac:cxnSpMkLst>
        </pc:cxnChg>
        <pc:cxnChg chg="add mod">
          <ac:chgData name="Eric J Prebys" userId="2423660181_tp_box_2" providerId="OAuth2" clId="{7A5D5A21-A55B-52FD-95D2-896217ECBE7C}" dt="2025-12-10T02:52:12.689" v="221" actId="14100"/>
          <ac:cxnSpMkLst>
            <pc:docMk/>
            <pc:sldMk cId="3981276412" sldId="263"/>
            <ac:cxnSpMk id="8" creationId="{4C8E7CBF-8B0C-600D-FE8F-7261194B98E5}"/>
          </ac:cxnSpMkLst>
        </pc:cxnChg>
        <pc:cxnChg chg="add">
          <ac:chgData name="Eric J Prebys" userId="2423660181_tp_box_2" providerId="OAuth2" clId="{7A5D5A21-A55B-52FD-95D2-896217ECBE7C}" dt="2025-12-10T02:53:41.853" v="222" actId="11529"/>
          <ac:cxnSpMkLst>
            <pc:docMk/>
            <pc:sldMk cId="3981276412" sldId="263"/>
            <ac:cxnSpMk id="11" creationId="{616448C0-8B89-4962-5FB6-7E5FB4EA60D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55E8-C470-AAE9-1D68-8A457D3B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2DBC7-766B-7167-35CC-40A69709C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B25C4-C6A1-7D7B-BDAE-20E6A621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48436-1A22-54C6-32DA-CE8B9C88E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AE396-CA66-FED7-48BB-C3822F87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5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26B9-823E-1E0E-3C41-FC6BD77CD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1C18D-C3DF-199D-A094-D5CFE9F98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0151F-A1F7-4D64-E322-3A1CC242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8C139-2A16-C6C0-F1CB-F7574712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3528B-D550-72FD-B189-CA024126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0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C495-718B-6E9D-DCA9-5AD60E8A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2F7D9-41DD-78DE-15D8-F4D99CA95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D8230-75BD-74C0-CBDF-39F434F5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50533-F4C9-68D8-DCE0-7641B6BA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2B86E-9830-8FB2-B669-64A89958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2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11FC-1E25-76A7-57B3-220859E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F2EE4-2BC5-C5F3-ACDC-EB851C9AC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CCD41-760B-3F2C-66DB-D3EA5ECB1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0AAF7-DEDF-42C4-9FDF-B1E7DEC1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82935-2A05-16A5-17D9-95EA250B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A8411-A678-62EA-8322-5DC84086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3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4D20-BFC4-B084-0171-7CD8B338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729C9-F43F-1BAE-11D8-38BE92EC4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40AF0-321B-FAC0-7B28-CA01CD85F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C7976-54BC-F7B2-CEC1-3B0ECE098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28E46-D428-EF96-D105-67EAA2B23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4F04E-AE38-44FC-2B69-73139AC7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53D94-76A5-DBB4-6F61-CDFEE9BE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18FA0-AD36-21C7-C7E2-4B4FFD86D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71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113C-2835-2176-5EED-A32C053A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63008-D2C9-9158-07DC-C53FB643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7C1A1-05D3-0192-B4A9-32D7DBB2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B538E-46A4-2974-F0B1-46A5FEA6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1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5706F-D27D-2682-9A2E-E8415B92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B6295-211C-8A01-9F80-9ED76AC5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4B501-9519-0CF7-0FAE-94F61E02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257A-70E3-7BF1-C081-076DA100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7FC26-F3AC-C369-16D4-98DB9990A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A9DB7-8D40-9573-623E-14ECA3155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5C60D-8937-32ED-758A-33737790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C0AB1-2DEA-8532-129A-09A92DDB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2D346-88A7-D9D4-F2D1-242215CE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3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BDF8-C71B-D49C-8E87-C070FDEC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073EA-E40F-5B67-FC35-37D177F66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2EE51-0590-44A3-324E-3DA0D6F59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1CB86-7556-AC1F-4FAF-03D7942E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214AB-D9F1-D18F-601C-A97BE2AE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5EB3A-7D76-AFE5-CA87-63B3BA5A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9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6A14-FFA2-DD34-49BD-5273916F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15C6C-3EA6-AC8F-2BA3-38AD7214B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991A2-1F06-AB3D-3A28-FAA2FA667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68328-954E-8308-811A-8C64FB33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D47FA-35F6-0949-AE66-FA63D256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97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737CF-CDD8-E054-5CA4-C47A668A7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67C3C-CB87-4C66-98E7-96725F343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FA06D-DC41-BA69-D1C2-A5336EDD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9D0E9-1FB8-887A-4297-40517CFF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269C9-8BCE-7EA5-4123-8CB36B48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0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D87EFC-288B-B837-F30E-6CE6713B7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3B83A-E752-BC21-F8A8-02C7F7F48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2448A-8043-04B5-7451-C114B17A4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ED4AB-48F1-C64C-9711-F7BD746FB57A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DD1D-A6CE-EA6D-8F87-5BE159032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A9E87-EB11-B3A5-68B5-5F21A5D65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E7D50-36A7-114C-BAE7-46B21487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8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5B1F7A2-07FD-C195-C2FC-5C885533F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50" y="1320800"/>
            <a:ext cx="6616700" cy="421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174F14-5171-54A2-08BC-6218C19D24B8}"/>
              </a:ext>
            </a:extLst>
          </p:cNvPr>
          <p:cNvSpPr txBox="1"/>
          <p:nvPr/>
        </p:nvSpPr>
        <p:spPr>
          <a:xfrm>
            <a:off x="6096000" y="1405258"/>
            <a:ext cx="75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0083C1-0428-50C9-A94B-6DE066491B97}"/>
              </a:ext>
            </a:extLst>
          </p:cNvPr>
          <p:cNvSpPr txBox="1"/>
          <p:nvPr/>
        </p:nvSpPr>
        <p:spPr>
          <a:xfrm>
            <a:off x="4210833" y="1592894"/>
            <a:ext cx="75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5C3C8-9E6A-0C27-831B-DC859A4FC6C7}"/>
              </a:ext>
            </a:extLst>
          </p:cNvPr>
          <p:cNvSpPr txBox="1"/>
          <p:nvPr/>
        </p:nvSpPr>
        <p:spPr>
          <a:xfrm>
            <a:off x="6799543" y="2279737"/>
            <a:ext cx="75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5279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967648-85E3-2AEA-EE4F-8D0A6011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50" y="1384300"/>
            <a:ext cx="5473700" cy="4089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5F6D81-63FA-D84D-D32E-A18701B64D27}"/>
              </a:ext>
            </a:extLst>
          </p:cNvPr>
          <p:cNvSpPr txBox="1"/>
          <p:nvPr/>
        </p:nvSpPr>
        <p:spPr>
          <a:xfrm>
            <a:off x="5448822" y="2404997"/>
            <a:ext cx="484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938DD-A370-3561-98D6-C1DAC1775CFC}"/>
              </a:ext>
            </a:extLst>
          </p:cNvPr>
          <p:cNvSpPr txBox="1"/>
          <p:nvPr/>
        </p:nvSpPr>
        <p:spPr>
          <a:xfrm>
            <a:off x="4711874" y="1592893"/>
            <a:ext cx="484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752754-C016-306E-9183-428D1EA91D05}"/>
              </a:ext>
            </a:extLst>
          </p:cNvPr>
          <p:cNvCxnSpPr>
            <a:cxnSpLocks/>
          </p:cNvCxnSpPr>
          <p:nvPr/>
        </p:nvCxnSpPr>
        <p:spPr>
          <a:xfrm flipH="1">
            <a:off x="4586614" y="1845142"/>
            <a:ext cx="242170" cy="3218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B3312F-618F-8E9A-2299-DD217418ED78}"/>
              </a:ext>
            </a:extLst>
          </p:cNvPr>
          <p:cNvCxnSpPr>
            <a:cxnSpLocks/>
          </p:cNvCxnSpPr>
          <p:nvPr/>
        </p:nvCxnSpPr>
        <p:spPr>
          <a:xfrm flipH="1" flipV="1">
            <a:off x="4501020" y="4398719"/>
            <a:ext cx="290186" cy="1846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76FA27-0FDF-195B-0E22-E5FC68CD40F4}"/>
              </a:ext>
            </a:extLst>
          </p:cNvPr>
          <p:cNvSpPr txBox="1"/>
          <p:nvPr/>
        </p:nvSpPr>
        <p:spPr>
          <a:xfrm>
            <a:off x="4724400" y="4421689"/>
            <a:ext cx="473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90911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T Math Multiple Choice Question 208: Answer and Explanation_cracksat.net">
            <a:extLst>
              <a:ext uri="{FF2B5EF4-FFF2-40B4-BE49-F238E27FC236}">
                <a16:creationId xmlns:a16="http://schemas.microsoft.com/office/drawing/2014/main" id="{D3A64224-66C1-1F09-2EB6-A0632037F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0" y="622300"/>
            <a:ext cx="5600700" cy="561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8AACD5-1737-A1C0-B6AA-E9F7911A5013}"/>
              </a:ext>
            </a:extLst>
          </p:cNvPr>
          <p:cNvSpPr txBox="1"/>
          <p:nvPr/>
        </p:nvSpPr>
        <p:spPr>
          <a:xfrm>
            <a:off x="3295650" y="3524437"/>
            <a:ext cx="65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0C5DDB-5DF1-A7F9-CF7E-D71308318509}"/>
              </a:ext>
            </a:extLst>
          </p:cNvPr>
          <p:cNvCxnSpPr/>
          <p:nvPr/>
        </p:nvCxnSpPr>
        <p:spPr>
          <a:xfrm>
            <a:off x="3621327" y="3429000"/>
            <a:ext cx="0" cy="2177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F9C9B2-80AA-202A-97DE-342E960E928F}"/>
              </a:ext>
            </a:extLst>
          </p:cNvPr>
          <p:cNvSpPr txBox="1"/>
          <p:nvPr/>
        </p:nvSpPr>
        <p:spPr>
          <a:xfrm>
            <a:off x="7813222" y="3524437"/>
            <a:ext cx="65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441F37-6E13-1BA3-D86D-0EF82D1570BD}"/>
              </a:ext>
            </a:extLst>
          </p:cNvPr>
          <p:cNvCxnSpPr/>
          <p:nvPr/>
        </p:nvCxnSpPr>
        <p:spPr>
          <a:xfrm>
            <a:off x="8138899" y="3429000"/>
            <a:ext cx="0" cy="2177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3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A9CEDF-7947-331A-017B-2E1548351B78}"/>
              </a:ext>
            </a:extLst>
          </p:cNvPr>
          <p:cNvSpPr>
            <a:spLocks noChangeAspect="1"/>
          </p:cNvSpPr>
          <p:nvPr/>
        </p:nvSpPr>
        <p:spPr>
          <a:xfrm>
            <a:off x="3810000" y="873988"/>
            <a:ext cx="4572000" cy="45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1EDD35-2CDA-6DE9-00B3-FC9C41190E11}"/>
              </a:ext>
            </a:extLst>
          </p:cNvPr>
          <p:cNvSpPr>
            <a:spLocks noChangeAspect="1"/>
          </p:cNvSpPr>
          <p:nvPr/>
        </p:nvSpPr>
        <p:spPr>
          <a:xfrm>
            <a:off x="5867400" y="2931388"/>
            <a:ext cx="4572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D7313-2DC7-9FA7-C907-CBF5B3DE62AE}"/>
              </a:ext>
            </a:extLst>
          </p:cNvPr>
          <p:cNvCxnSpPr/>
          <p:nvPr/>
        </p:nvCxnSpPr>
        <p:spPr>
          <a:xfrm>
            <a:off x="8542751" y="873988"/>
            <a:ext cx="2254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849F24-C37E-A5FE-04DD-FF03BCA32997}"/>
              </a:ext>
            </a:extLst>
          </p:cNvPr>
          <p:cNvCxnSpPr/>
          <p:nvPr/>
        </p:nvCxnSpPr>
        <p:spPr>
          <a:xfrm>
            <a:off x="8544839" y="5445242"/>
            <a:ext cx="2254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AD8331-9AAD-A1DE-21D1-53FB5C43C5B7}"/>
              </a:ext>
            </a:extLst>
          </p:cNvPr>
          <p:cNvCxnSpPr/>
          <p:nvPr/>
        </p:nvCxnSpPr>
        <p:spPr>
          <a:xfrm flipV="1">
            <a:off x="8655485" y="873988"/>
            <a:ext cx="0" cy="4571254"/>
          </a:xfrm>
          <a:prstGeom prst="straightConnector1">
            <a:avLst/>
          </a:prstGeom>
          <a:ln w="25400">
            <a:solidFill>
              <a:srgbClr val="FF0000"/>
            </a:solidFill>
            <a:headEnd type="arrow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1236B4-96BF-A1FC-B78B-A85DA57133AC}"/>
              </a:ext>
            </a:extLst>
          </p:cNvPr>
          <p:cNvCxnSpPr>
            <a:cxnSpLocks/>
          </p:cNvCxnSpPr>
          <p:nvPr/>
        </p:nvCxnSpPr>
        <p:spPr>
          <a:xfrm>
            <a:off x="3359064" y="2945922"/>
            <a:ext cx="273693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572B84-2160-C8E4-3DCE-5969C21F8729}"/>
              </a:ext>
            </a:extLst>
          </p:cNvPr>
          <p:cNvCxnSpPr>
            <a:cxnSpLocks/>
          </p:cNvCxnSpPr>
          <p:nvPr/>
        </p:nvCxnSpPr>
        <p:spPr>
          <a:xfrm flipV="1">
            <a:off x="3471798" y="2945922"/>
            <a:ext cx="0" cy="442666"/>
          </a:xfrm>
          <a:prstGeom prst="straightConnector1">
            <a:avLst/>
          </a:prstGeom>
          <a:ln w="25400">
            <a:solidFill>
              <a:srgbClr val="FF0000"/>
            </a:solidFill>
            <a:headEnd type="arrow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45919B-6840-F093-CDF2-EF34C6C04F3A}"/>
              </a:ext>
            </a:extLst>
          </p:cNvPr>
          <p:cNvCxnSpPr>
            <a:cxnSpLocks/>
          </p:cNvCxnSpPr>
          <p:nvPr/>
        </p:nvCxnSpPr>
        <p:spPr>
          <a:xfrm>
            <a:off x="3359064" y="3392981"/>
            <a:ext cx="273693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92E2EB-EBA5-B0CA-128A-A97031F5AA9A}"/>
              </a:ext>
            </a:extLst>
          </p:cNvPr>
          <p:cNvSpPr txBox="1"/>
          <p:nvPr/>
        </p:nvSpPr>
        <p:spPr>
          <a:xfrm>
            <a:off x="8655486" y="2945922"/>
            <a:ext cx="77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AB2B1E-B6C3-4DA6-408F-43C6E511633B}"/>
              </a:ext>
            </a:extLst>
          </p:cNvPr>
          <p:cNvSpPr txBox="1"/>
          <p:nvPr/>
        </p:nvSpPr>
        <p:spPr>
          <a:xfrm>
            <a:off x="2695185" y="2982589"/>
            <a:ext cx="77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 m</a:t>
            </a:r>
          </a:p>
        </p:txBody>
      </p:sp>
    </p:spTree>
    <p:extLst>
      <p:ext uri="{BB962C8B-B14F-4D97-AF65-F5344CB8AC3E}">
        <p14:creationId xmlns:p14="http://schemas.microsoft.com/office/powerpoint/2010/main" val="624833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intic function">
            <a:extLst>
              <a:ext uri="{FF2B5EF4-FFF2-40B4-BE49-F238E27FC236}">
                <a16:creationId xmlns:a16="http://schemas.microsoft.com/office/drawing/2014/main" id="{95FC2B58-19DF-8920-381F-7AD79F7C2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65250"/>
            <a:ext cx="6400800" cy="412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517490-A9A2-AE11-66F2-9FE87CED705D}"/>
              </a:ext>
            </a:extLst>
          </p:cNvPr>
          <p:cNvSpPr/>
          <p:nvPr/>
        </p:nvSpPr>
        <p:spPr>
          <a:xfrm>
            <a:off x="5649238" y="2204581"/>
            <a:ext cx="2818357" cy="400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16EC1-C379-5433-7713-D1023F2832B9}"/>
              </a:ext>
            </a:extLst>
          </p:cNvPr>
          <p:cNvSpPr txBox="1"/>
          <p:nvPr/>
        </p:nvSpPr>
        <p:spPr>
          <a:xfrm>
            <a:off x="2719454" y="3649697"/>
            <a:ext cx="65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326FCF-01DE-111A-3097-427F6EE7F62C}"/>
              </a:ext>
            </a:extLst>
          </p:cNvPr>
          <p:cNvCxnSpPr/>
          <p:nvPr/>
        </p:nvCxnSpPr>
        <p:spPr>
          <a:xfrm>
            <a:off x="3045131" y="3554260"/>
            <a:ext cx="0" cy="2177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D33E353-1FFE-C4B8-38FE-AACDCFA01C42}"/>
              </a:ext>
            </a:extLst>
          </p:cNvPr>
          <p:cNvSpPr txBox="1"/>
          <p:nvPr/>
        </p:nvSpPr>
        <p:spPr>
          <a:xfrm>
            <a:off x="8645046" y="3649697"/>
            <a:ext cx="65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121071-1594-E4D1-EB4C-977D86EE5F7D}"/>
              </a:ext>
            </a:extLst>
          </p:cNvPr>
          <p:cNvCxnSpPr/>
          <p:nvPr/>
        </p:nvCxnSpPr>
        <p:spPr>
          <a:xfrm>
            <a:off x="8970723" y="3554260"/>
            <a:ext cx="0" cy="2177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40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D95CA1-38F0-480B-7AFA-34F6B2CE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576" y="704850"/>
            <a:ext cx="7327900" cy="54483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6ACFD-857F-B096-7C47-AE54C7234974}"/>
              </a:ext>
            </a:extLst>
          </p:cNvPr>
          <p:cNvCxnSpPr/>
          <p:nvPr/>
        </p:nvCxnSpPr>
        <p:spPr>
          <a:xfrm>
            <a:off x="3294345" y="3194137"/>
            <a:ext cx="63256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36B8EB-F0B8-B701-3188-2BE3840E54A9}"/>
              </a:ext>
            </a:extLst>
          </p:cNvPr>
          <p:cNvCxnSpPr>
            <a:cxnSpLocks/>
          </p:cNvCxnSpPr>
          <p:nvPr/>
        </p:nvCxnSpPr>
        <p:spPr>
          <a:xfrm>
            <a:off x="6457167" y="853858"/>
            <a:ext cx="0" cy="4745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1DFEEB0-24FD-3688-4341-9CE2F37E5CC6}"/>
              </a:ext>
            </a:extLst>
          </p:cNvPr>
          <p:cNvSpPr/>
          <p:nvPr/>
        </p:nvSpPr>
        <p:spPr>
          <a:xfrm>
            <a:off x="5423778" y="3111153"/>
            <a:ext cx="175356" cy="1957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EFEB3E-7B5B-EDBD-3960-433D60D49B44}"/>
              </a:ext>
            </a:extLst>
          </p:cNvPr>
          <p:cNvSpPr/>
          <p:nvPr/>
        </p:nvSpPr>
        <p:spPr>
          <a:xfrm>
            <a:off x="6379934" y="3103585"/>
            <a:ext cx="175356" cy="1957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657E4-9431-C383-C65A-83F5459F80C1}"/>
              </a:ext>
            </a:extLst>
          </p:cNvPr>
          <p:cNvSpPr txBox="1"/>
          <p:nvPr/>
        </p:nvSpPr>
        <p:spPr>
          <a:xfrm>
            <a:off x="5423778" y="3259726"/>
            <a:ext cx="1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08031F-4D91-FEA6-66EE-429E97716455}"/>
              </a:ext>
            </a:extLst>
          </p:cNvPr>
          <p:cNvSpPr txBox="1"/>
          <p:nvPr/>
        </p:nvSpPr>
        <p:spPr>
          <a:xfrm>
            <a:off x="6483378" y="3268126"/>
            <a:ext cx="175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2111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37833B-1CB5-8FFA-F9D7-606BC87C3E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5097684" y="39484"/>
            <a:ext cx="2623169" cy="2545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A4A0DB-D463-B58F-08E6-95A5A34DD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53"/>
          <a:stretch>
            <a:fillRect/>
          </a:stretch>
        </p:blipFill>
        <p:spPr>
          <a:xfrm>
            <a:off x="2278617" y="120601"/>
            <a:ext cx="2548756" cy="25056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1A2422-640C-ECE9-ECF7-BAC72F27E8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712" b="8543"/>
          <a:stretch>
            <a:fillRect/>
          </a:stretch>
        </p:blipFill>
        <p:spPr>
          <a:xfrm>
            <a:off x="4984761" y="2687595"/>
            <a:ext cx="2736092" cy="25451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65C85E-D87D-43F7-AF03-990F6E9EEE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614" b="10505"/>
          <a:stretch>
            <a:fillRect/>
          </a:stretch>
        </p:blipFill>
        <p:spPr>
          <a:xfrm>
            <a:off x="2266327" y="2687595"/>
            <a:ext cx="2466244" cy="2477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0FB4A0-8D50-5EAE-5999-563D72005D79}"/>
              </a:ext>
            </a:extLst>
          </p:cNvPr>
          <p:cNvSpPr txBox="1"/>
          <p:nvPr/>
        </p:nvSpPr>
        <p:spPr>
          <a:xfrm>
            <a:off x="2603157" y="354227"/>
            <a:ext cx="54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C428F-9729-61D6-0224-300F24EC05C3}"/>
              </a:ext>
            </a:extLst>
          </p:cNvPr>
          <p:cNvSpPr txBox="1"/>
          <p:nvPr/>
        </p:nvSpPr>
        <p:spPr>
          <a:xfrm>
            <a:off x="5441090" y="354227"/>
            <a:ext cx="54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D9383-D4C1-7F24-E28C-3704BEEF5694}"/>
              </a:ext>
            </a:extLst>
          </p:cNvPr>
          <p:cNvSpPr txBox="1"/>
          <p:nvPr/>
        </p:nvSpPr>
        <p:spPr>
          <a:xfrm>
            <a:off x="2603157" y="2716768"/>
            <a:ext cx="54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D943F-92C3-0554-A983-106AE925A150}"/>
              </a:ext>
            </a:extLst>
          </p:cNvPr>
          <p:cNvSpPr txBox="1"/>
          <p:nvPr/>
        </p:nvSpPr>
        <p:spPr>
          <a:xfrm>
            <a:off x="5449327" y="2687595"/>
            <a:ext cx="54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2553827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587280-479B-46AD-50E5-0110ED967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0" y="692150"/>
            <a:ext cx="7556500" cy="5473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A838E-0F2A-BA34-DEB6-86E9187234E2}"/>
              </a:ext>
            </a:extLst>
          </p:cNvPr>
          <p:cNvSpPr txBox="1"/>
          <p:nvPr/>
        </p:nvSpPr>
        <p:spPr>
          <a:xfrm>
            <a:off x="4744995" y="2232454"/>
            <a:ext cx="560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5AE9AB0-9836-19AE-5A23-50BFD133075E}"/>
              </a:ext>
            </a:extLst>
          </p:cNvPr>
          <p:cNvCxnSpPr/>
          <p:nvPr/>
        </p:nvCxnSpPr>
        <p:spPr>
          <a:xfrm flipH="1">
            <a:off x="4497859" y="2601786"/>
            <a:ext cx="247136" cy="273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EB7FD4-DBE4-7C15-D198-3C839AB50733}"/>
              </a:ext>
            </a:extLst>
          </p:cNvPr>
          <p:cNvSpPr txBox="1"/>
          <p:nvPr/>
        </p:nvSpPr>
        <p:spPr>
          <a:xfrm>
            <a:off x="7475838" y="3244334"/>
            <a:ext cx="560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8E7CBF-8B0C-600D-FE8F-7261194B98E5}"/>
              </a:ext>
            </a:extLst>
          </p:cNvPr>
          <p:cNvCxnSpPr>
            <a:cxnSpLocks/>
          </p:cNvCxnSpPr>
          <p:nvPr/>
        </p:nvCxnSpPr>
        <p:spPr>
          <a:xfrm>
            <a:off x="7755924" y="3621903"/>
            <a:ext cx="152400" cy="225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6448C0-8B89-4962-5FB6-7E5FB4EA60D0}"/>
              </a:ext>
            </a:extLst>
          </p:cNvPr>
          <p:cNvCxnSpPr/>
          <p:nvPr/>
        </p:nvCxnSpPr>
        <p:spPr>
          <a:xfrm>
            <a:off x="3517557" y="6165850"/>
            <a:ext cx="56099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2B770BC-DEE6-0FD7-D828-434A66CE9923}"/>
              </a:ext>
            </a:extLst>
          </p:cNvPr>
          <p:cNvSpPr txBox="1"/>
          <p:nvPr/>
        </p:nvSpPr>
        <p:spPr>
          <a:xfrm>
            <a:off x="5647038" y="616585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getting smaller</a:t>
            </a:r>
          </a:p>
        </p:txBody>
      </p:sp>
    </p:spTree>
    <p:extLst>
      <p:ext uri="{BB962C8B-B14F-4D97-AF65-F5344CB8AC3E}">
        <p14:creationId xmlns:p14="http://schemas.microsoft.com/office/powerpoint/2010/main" val="398127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AB9BCA-F376-74D1-D72F-AFAAB5A9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138" y="429624"/>
            <a:ext cx="3534711" cy="3371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D4B3AB-6972-AEAC-28C3-FC9FE5C95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587" y="473994"/>
            <a:ext cx="3307551" cy="33273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3EE9FE-74B0-793A-6053-50EDE0A1C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129" y="3768092"/>
            <a:ext cx="3051803" cy="30084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BB9ABA-8B90-16E8-DC08-9A6EA6F27DCF}"/>
              </a:ext>
            </a:extLst>
          </p:cNvPr>
          <p:cNvSpPr txBox="1"/>
          <p:nvPr/>
        </p:nvSpPr>
        <p:spPr>
          <a:xfrm>
            <a:off x="4253934" y="792938"/>
            <a:ext cx="54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DBB7A-4451-A6D8-56BF-A99D3DC4DAF8}"/>
              </a:ext>
            </a:extLst>
          </p:cNvPr>
          <p:cNvSpPr txBox="1"/>
          <p:nvPr/>
        </p:nvSpPr>
        <p:spPr>
          <a:xfrm>
            <a:off x="7626257" y="758267"/>
            <a:ext cx="54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01495-E2E3-84A2-ADB1-325DB112274D}"/>
              </a:ext>
            </a:extLst>
          </p:cNvPr>
          <p:cNvSpPr txBox="1"/>
          <p:nvPr/>
        </p:nvSpPr>
        <p:spPr>
          <a:xfrm>
            <a:off x="5954779" y="4047083"/>
            <a:ext cx="54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78767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6B59A-EF1E-8DAA-FFD1-2AE32BFB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386F87-3D67-0224-4D25-428973B563DD}"/>
              </a:ext>
            </a:extLst>
          </p:cNvPr>
          <p:cNvSpPr>
            <a:spLocks noChangeAspect="1"/>
          </p:cNvSpPr>
          <p:nvPr/>
        </p:nvSpPr>
        <p:spPr>
          <a:xfrm>
            <a:off x="3810000" y="873988"/>
            <a:ext cx="4572000" cy="45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5BF230-DDD4-7A0A-2F32-41EA887F8868}"/>
              </a:ext>
            </a:extLst>
          </p:cNvPr>
          <p:cNvSpPr>
            <a:spLocks noChangeAspect="1"/>
          </p:cNvSpPr>
          <p:nvPr/>
        </p:nvSpPr>
        <p:spPr>
          <a:xfrm>
            <a:off x="5184449" y="2180563"/>
            <a:ext cx="1828800" cy="1828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AE8B02-87F8-E215-6357-9A58CF75764C}"/>
              </a:ext>
            </a:extLst>
          </p:cNvPr>
          <p:cNvCxnSpPr/>
          <p:nvPr/>
        </p:nvCxnSpPr>
        <p:spPr>
          <a:xfrm>
            <a:off x="8542751" y="873988"/>
            <a:ext cx="2254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1CA41D-E31C-9B5C-AB29-98963347A6D4}"/>
              </a:ext>
            </a:extLst>
          </p:cNvPr>
          <p:cNvCxnSpPr/>
          <p:nvPr/>
        </p:nvCxnSpPr>
        <p:spPr>
          <a:xfrm>
            <a:off x="8544839" y="5445242"/>
            <a:ext cx="2254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836C72-9CC6-5B90-2DA7-5339B010A04B}"/>
              </a:ext>
            </a:extLst>
          </p:cNvPr>
          <p:cNvCxnSpPr/>
          <p:nvPr/>
        </p:nvCxnSpPr>
        <p:spPr>
          <a:xfrm flipV="1">
            <a:off x="8655485" y="873988"/>
            <a:ext cx="0" cy="4571254"/>
          </a:xfrm>
          <a:prstGeom prst="straightConnector1">
            <a:avLst/>
          </a:prstGeom>
          <a:ln w="25400">
            <a:solidFill>
              <a:srgbClr val="FF0000"/>
            </a:solidFill>
            <a:headEnd type="arrow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F2125B-19B6-ABAF-FB60-E22105AB9B7C}"/>
              </a:ext>
            </a:extLst>
          </p:cNvPr>
          <p:cNvCxnSpPr>
            <a:cxnSpLocks/>
          </p:cNvCxnSpPr>
          <p:nvPr/>
        </p:nvCxnSpPr>
        <p:spPr>
          <a:xfrm>
            <a:off x="3359064" y="2185905"/>
            <a:ext cx="273693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C700F6-5021-8F17-53D5-0632A01ECBFD}"/>
              </a:ext>
            </a:extLst>
          </p:cNvPr>
          <p:cNvCxnSpPr>
            <a:cxnSpLocks/>
          </p:cNvCxnSpPr>
          <p:nvPr/>
        </p:nvCxnSpPr>
        <p:spPr>
          <a:xfrm flipV="1">
            <a:off x="3590552" y="2180563"/>
            <a:ext cx="0" cy="1845478"/>
          </a:xfrm>
          <a:prstGeom prst="straightConnector1">
            <a:avLst/>
          </a:prstGeom>
          <a:ln w="25400">
            <a:solidFill>
              <a:srgbClr val="FF0000"/>
            </a:solidFill>
            <a:headEnd type="arrow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661BF0-D701-6552-D864-C465E2350627}"/>
              </a:ext>
            </a:extLst>
          </p:cNvPr>
          <p:cNvCxnSpPr>
            <a:cxnSpLocks/>
          </p:cNvCxnSpPr>
          <p:nvPr/>
        </p:nvCxnSpPr>
        <p:spPr>
          <a:xfrm>
            <a:off x="3359064" y="4010498"/>
            <a:ext cx="273693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C28B104-75C6-A6AA-3B28-A8A3DB6C462D}"/>
              </a:ext>
            </a:extLst>
          </p:cNvPr>
          <p:cNvSpPr txBox="1"/>
          <p:nvPr/>
        </p:nvSpPr>
        <p:spPr>
          <a:xfrm>
            <a:off x="8655486" y="2945922"/>
            <a:ext cx="77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45636E-2AC4-2A34-BE3C-5A37141D7CD9}"/>
              </a:ext>
            </a:extLst>
          </p:cNvPr>
          <p:cNvSpPr txBox="1"/>
          <p:nvPr/>
        </p:nvSpPr>
        <p:spPr>
          <a:xfrm>
            <a:off x="2790188" y="2899464"/>
            <a:ext cx="77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4 m</a:t>
            </a:r>
          </a:p>
        </p:txBody>
      </p:sp>
    </p:spTree>
    <p:extLst>
      <p:ext uri="{BB962C8B-B14F-4D97-AF65-F5344CB8AC3E}">
        <p14:creationId xmlns:p14="http://schemas.microsoft.com/office/powerpoint/2010/main" val="2942375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C477E4-81B7-5F7B-AB0F-09B48412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300" y="1325641"/>
            <a:ext cx="3611154" cy="25722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B91555-4226-AAE0-24C3-954D2766F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63" y="1325641"/>
            <a:ext cx="3606869" cy="25722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0FE6E4-6ECD-580F-7D8D-28B6951A9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218" y="4044998"/>
            <a:ext cx="3606868" cy="25405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E47E83-0C59-7B0A-F91D-559014065CD0}"/>
              </a:ext>
            </a:extLst>
          </p:cNvPr>
          <p:cNvSpPr txBox="1"/>
          <p:nvPr/>
        </p:nvSpPr>
        <p:spPr>
          <a:xfrm>
            <a:off x="712525" y="1533117"/>
            <a:ext cx="58189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1E46F-B01A-CFFA-7096-0CD2F7A83584}"/>
              </a:ext>
            </a:extLst>
          </p:cNvPr>
          <p:cNvSpPr txBox="1"/>
          <p:nvPr/>
        </p:nvSpPr>
        <p:spPr>
          <a:xfrm>
            <a:off x="4486900" y="1533117"/>
            <a:ext cx="58189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76456-852E-C8DE-FAB6-31F6E7D98550}"/>
              </a:ext>
            </a:extLst>
          </p:cNvPr>
          <p:cNvSpPr txBox="1"/>
          <p:nvPr/>
        </p:nvSpPr>
        <p:spPr>
          <a:xfrm>
            <a:off x="2753102" y="4261264"/>
            <a:ext cx="58189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2337764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58</Words>
  <Application>Microsoft Macintosh PowerPoint</Application>
  <PresentationFormat>Widescreen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J Prebys</dc:creator>
  <cp:lastModifiedBy>Eric J Prebys</cp:lastModifiedBy>
  <cp:revision>6</cp:revision>
  <dcterms:created xsi:type="dcterms:W3CDTF">2025-10-27T18:29:11Z</dcterms:created>
  <dcterms:modified xsi:type="dcterms:W3CDTF">2025-12-10T05:03:41Z</dcterms:modified>
</cp:coreProperties>
</file>